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IT Service Desk – Monthly KPI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MJ44 ProTech | Executive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90-Day Plan:</a:t>
            </a:r>
          </a:p>
          <a:p>
            <a:r>
              <a:t>• First 30 Days: Assess processes, review data, meet team, stabilize SLAs</a:t>
            </a:r>
          </a:p>
          <a:p>
            <a:r>
              <a:t>• Days 31–60: Implement triage improvements, refine KB, optimize staffing model</a:t>
            </a:r>
          </a:p>
          <a:p>
            <a:r>
              <a:t>• Days 61–90: Automate workflows, enhance reporting, introduce advanced self-service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Ticket Volume Trend</a:t>
            </a:r>
          </a:p>
        </p:txBody>
      </p:sp>
      <p:pic>
        <p:nvPicPr>
          <p:cNvPr id="3" name="Picture 2" descr="volum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279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SLA Trend</a:t>
            </a:r>
          </a:p>
        </p:txBody>
      </p:sp>
      <p:pic>
        <p:nvPicPr>
          <p:cNvPr id="3" name="Picture 2" descr="sla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279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